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410" r:id="rId5"/>
    <p:sldId id="408" r:id="rId6"/>
    <p:sldId id="404" r:id="rId7"/>
    <p:sldId id="411" r:id="rId8"/>
    <p:sldId id="39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27" autoAdjust="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10/3/2025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10/3/2025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2470F-ED78-14B2-A20E-0E2FA44A3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EAF00-2A8F-E66E-EBAC-98B27B341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83DC5-1FED-89D4-D0DB-9B1111D5B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8FAC6-3D06-E95B-A203-EFAF53275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319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IAUTOSMD</a:t>
            </a:r>
            <a:br>
              <a:rPr lang="en-US" dirty="0"/>
            </a:br>
            <a:r>
              <a:rPr lang="pt-BR" sz="3000" dirty="0"/>
              <a:t>Inspeção Automatizada de Placas Eletrônicas SMD</a:t>
            </a:r>
            <a:br>
              <a:rPr lang="pt-BR" sz="3000" dirty="0"/>
            </a:br>
            <a:r>
              <a:rPr lang="pt-BR" sz="2400" dirty="0"/>
              <a:t>(Surface Mount Devices)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 err="1"/>
              <a:t>Objetivos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19458" y="2895239"/>
            <a:ext cx="4318016" cy="2320018"/>
          </a:xfrm>
        </p:spPr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en-US" sz="2200" b="1" dirty="0"/>
              <a:t>IA </a:t>
            </a:r>
            <a:r>
              <a:rPr lang="en-US" sz="2200" b="1" dirty="0" err="1"/>
              <a:t>será</a:t>
            </a:r>
            <a:r>
              <a:rPr lang="en-US" sz="2200" b="1" dirty="0"/>
              <a:t> </a:t>
            </a:r>
            <a:r>
              <a:rPr lang="en-US" sz="2200" b="1" dirty="0" err="1"/>
              <a:t>treinada</a:t>
            </a:r>
            <a:r>
              <a:rPr lang="en-US" sz="2200" b="1" dirty="0"/>
              <a:t> para</a:t>
            </a:r>
          </a:p>
          <a:p>
            <a:pPr marL="0" lvl="1" indent="0">
              <a:buNone/>
            </a:pPr>
            <a:endParaRPr lang="en-US" sz="2200" b="1" dirty="0"/>
          </a:p>
          <a:p>
            <a:pPr lvl="1">
              <a:buFontTx/>
              <a:buChar char="-"/>
            </a:pPr>
            <a:r>
              <a:rPr lang="en-US" sz="2200" dirty="0" err="1"/>
              <a:t>Polaridade</a:t>
            </a:r>
            <a:endParaRPr lang="en-US" sz="2200" dirty="0"/>
          </a:p>
          <a:p>
            <a:pPr lvl="1">
              <a:buFontTx/>
              <a:buChar char="-"/>
            </a:pPr>
            <a:r>
              <a:rPr lang="en-US" sz="2200" dirty="0" err="1"/>
              <a:t>Deslocamento</a:t>
            </a:r>
            <a:endParaRPr lang="en-US" sz="2200" dirty="0"/>
          </a:p>
          <a:p>
            <a:pPr lvl="1">
              <a:buFontTx/>
              <a:buChar char="-"/>
            </a:pPr>
            <a:r>
              <a:rPr lang="en-US" sz="2200" dirty="0" err="1"/>
              <a:t>Rotação</a:t>
            </a:r>
            <a:r>
              <a:rPr lang="en-US" sz="2200" dirty="0"/>
              <a:t> </a:t>
            </a:r>
            <a:r>
              <a:rPr lang="en-US" sz="2200" dirty="0" err="1"/>
              <a:t>máxima</a:t>
            </a:r>
            <a:endParaRPr lang="en-US" sz="22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815F261-B920-B50D-89EB-274A17E9265F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 bwMode="auto">
          <a:xfrm>
            <a:off x="594360" y="2676530"/>
            <a:ext cx="425035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Inspeção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básica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OpenCV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Encontrar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corpo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do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componente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marcação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dos componentes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Franklin Gothic Book (Body)"/>
              </a:rPr>
              <a:t>OCR (</a:t>
            </a:r>
            <a:r>
              <a:rPr lang="en-US" altLang="en-US" sz="1800" dirty="0" err="1">
                <a:latin typeface="Franklin Gothic Book (Body)"/>
              </a:rPr>
              <a:t>Leitura</a:t>
            </a:r>
            <a:r>
              <a:rPr lang="en-US" altLang="en-US" sz="1800" dirty="0">
                <a:latin typeface="Franklin Gothic Book (Body)"/>
              </a:rPr>
              <a:t> de </a:t>
            </a:r>
            <a:r>
              <a:rPr lang="en-US" altLang="en-US" sz="1800" dirty="0" err="1">
                <a:latin typeface="Franklin Gothic Book (Body)"/>
              </a:rPr>
              <a:t>gravuras</a:t>
            </a:r>
            <a:r>
              <a:rPr lang="en-US" altLang="en-US" sz="1800" dirty="0">
                <a:latin typeface="Franklin Gothic Book (Body)"/>
              </a:rPr>
              <a:t>)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Deslocamento</a:t>
            </a: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Franklin Gothic Book (Body)"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</a:t>
            </a:r>
            <a:r>
              <a:rPr lang="en-US" altLang="en-US" sz="1800" b="1" dirty="0">
                <a:latin typeface="Franklin Gothic Book (Body)"/>
              </a:rPr>
              <a:t> </a:t>
            </a:r>
            <a:r>
              <a:rPr lang="en-US" altLang="en-US" sz="1800" b="1" dirty="0" err="1">
                <a:latin typeface="Franklin Gothic Book (Body)"/>
              </a:rPr>
              <a:t>Gerenciamento</a:t>
            </a:r>
            <a:r>
              <a:rPr lang="en-US" altLang="en-US" sz="1800" b="1" dirty="0">
                <a:latin typeface="Franklin Gothic Book (Body)"/>
              </a:rPr>
              <a:t>: </a:t>
            </a:r>
            <a:r>
              <a:rPr lang="en-US" altLang="en-US" sz="1800" dirty="0" err="1">
                <a:latin typeface="Franklin Gothic Book (Body)"/>
              </a:rPr>
              <a:t>Criação</a:t>
            </a:r>
            <a:r>
              <a:rPr lang="en-US" altLang="en-US" sz="1800" dirty="0">
                <a:latin typeface="Franklin Gothic Book (Body)"/>
              </a:rPr>
              <a:t> de </a:t>
            </a:r>
            <a:r>
              <a:rPr lang="en-US" altLang="en-US" sz="1800" dirty="0" err="1">
                <a:latin typeface="Franklin Gothic Book (Body)"/>
              </a:rPr>
              <a:t>produtos</a:t>
            </a:r>
            <a:r>
              <a:rPr lang="en-US" altLang="en-US" sz="1800" dirty="0">
                <a:latin typeface="Franklin Gothic Book (Body)"/>
              </a:rPr>
              <a:t>, componentes, “</a:t>
            </a:r>
            <a:r>
              <a:rPr lang="en-US" altLang="en-US" sz="1800" dirty="0" err="1">
                <a:latin typeface="Franklin Gothic Book (Body)"/>
              </a:rPr>
              <a:t>pacotes</a:t>
            </a:r>
            <a:r>
              <a:rPr lang="en-US" altLang="en-US" sz="1800" dirty="0">
                <a:latin typeface="Franklin Gothic Book (Body)"/>
              </a:rPr>
              <a:t>” de </a:t>
            </a:r>
            <a:r>
              <a:rPr lang="en-US" altLang="en-US" sz="1800" dirty="0" err="1">
                <a:latin typeface="Franklin Gothic Book (Body)"/>
              </a:rPr>
              <a:t>inspeção</a:t>
            </a:r>
            <a:r>
              <a:rPr lang="en-US" altLang="en-US" sz="1800" dirty="0">
                <a:latin typeface="Franklin Gothic Book (Body)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Franklin Gothic Book (Body)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 err="1">
                <a:latin typeface="Franklin Gothic Book (Body)"/>
              </a:rPr>
              <a:t>Treinamento</a:t>
            </a:r>
            <a:r>
              <a:rPr lang="en-US" altLang="en-US" sz="1800" b="1" dirty="0">
                <a:latin typeface="Franklin Gothic Book (Body)"/>
              </a:rPr>
              <a:t> </a:t>
            </a:r>
            <a:r>
              <a:rPr lang="en-US" altLang="en-US" sz="1800" b="1" dirty="0" err="1">
                <a:latin typeface="Franklin Gothic Book (Body)"/>
              </a:rPr>
              <a:t>supervisionado</a:t>
            </a:r>
            <a:r>
              <a:rPr lang="en-US" altLang="en-US" sz="1800" b="1" dirty="0">
                <a:latin typeface="Franklin Gothic Book (Body)"/>
              </a:rPr>
              <a:t>: </a:t>
            </a:r>
            <a:r>
              <a:rPr lang="en-US" altLang="en-US" sz="1800" dirty="0" err="1">
                <a:latin typeface="Franklin Gothic Book (Body)"/>
              </a:rPr>
              <a:t>Julgamento</a:t>
            </a:r>
            <a:r>
              <a:rPr lang="en-US" altLang="en-US" sz="1800" dirty="0">
                <a:latin typeface="Franklin Gothic Book (Body)"/>
              </a:rPr>
              <a:t> de </a:t>
            </a:r>
            <a:r>
              <a:rPr lang="en-US" altLang="en-US" sz="1800" dirty="0" err="1">
                <a:latin typeface="Franklin Gothic Book (Body)"/>
              </a:rPr>
              <a:t>falhas</a:t>
            </a:r>
            <a:r>
              <a:rPr lang="en-US" altLang="en-US" sz="1800" dirty="0">
                <a:latin typeface="Franklin Gothic Book (Body)"/>
              </a:rPr>
              <a:t> </a:t>
            </a:r>
            <a:r>
              <a:rPr lang="en-US" altLang="en-US" sz="1800" dirty="0" err="1">
                <a:latin typeface="Franklin Gothic Book (Body)"/>
              </a:rPr>
              <a:t>por</a:t>
            </a:r>
            <a:r>
              <a:rPr lang="en-US" altLang="en-US" sz="1800" dirty="0">
                <a:latin typeface="Franklin Gothic Book (Body)"/>
              </a:rPr>
              <a:t> </a:t>
            </a:r>
            <a:r>
              <a:rPr lang="en-US" altLang="en-US" sz="1800" dirty="0" err="1">
                <a:latin typeface="Franklin Gothic Book (Body)"/>
              </a:rPr>
              <a:t>humanos</a:t>
            </a:r>
            <a:r>
              <a:rPr lang="en-US" altLang="en-US" sz="1800" dirty="0">
                <a:latin typeface="Franklin Gothic Book (Body)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Franklin Gothic Book (Body)"/>
              </a:rPr>
              <a:t>(active learning)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latin typeface="Franklin Gothic Book (Body)"/>
            </a:endParaRP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Parciais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428289" cy="3684170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dirty="0" err="1"/>
              <a:t>Cadastro</a:t>
            </a:r>
            <a:r>
              <a:rPr lang="en-US" dirty="0"/>
              <a:t> de </a:t>
            </a:r>
            <a:r>
              <a:rPr lang="en-US" dirty="0" err="1"/>
              <a:t>Produto</a:t>
            </a:r>
            <a:r>
              <a:rPr lang="en-US" dirty="0"/>
              <a:t> + Body do </a:t>
            </a:r>
            <a:r>
              <a:rPr lang="en-US" dirty="0" err="1"/>
              <a:t>Componente</a:t>
            </a:r>
            <a:endParaRPr lang="en-US" dirty="0"/>
          </a:p>
          <a:p>
            <a:pPr lvl="2"/>
            <a:r>
              <a:rPr lang="en-US" dirty="0" err="1"/>
              <a:t>BodyMasking</a:t>
            </a:r>
            <a:r>
              <a:rPr lang="en-US" dirty="0"/>
              <a:t> - Base64 -&gt; IA</a:t>
            </a:r>
          </a:p>
          <a:p>
            <a:pPr lvl="2"/>
            <a:r>
              <a:rPr lang="en-US" dirty="0"/>
              <a:t>Todos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de </a:t>
            </a:r>
            <a:r>
              <a:rPr lang="en-US" dirty="0" err="1"/>
              <a:t>inspeções</a:t>
            </a:r>
            <a:r>
              <a:rPr lang="en-US" dirty="0"/>
              <a:t>,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, </a:t>
            </a:r>
            <a:r>
              <a:rPr lang="en-US" dirty="0" err="1"/>
              <a:t>sendo</a:t>
            </a:r>
            <a:r>
              <a:rPr lang="en-US" dirty="0"/>
              <a:t> </a:t>
            </a:r>
            <a:r>
              <a:rPr lang="en-US" dirty="0" err="1"/>
              <a:t>separados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única</a:t>
            </a:r>
            <a:r>
              <a:rPr lang="en-US" dirty="0"/>
              <a:t> -&gt; IA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Encontrar</a:t>
            </a:r>
            <a:r>
              <a:rPr lang="en-US" dirty="0"/>
              <a:t> Fiducial -&gt; </a:t>
            </a:r>
            <a:r>
              <a:rPr lang="en-US" dirty="0" err="1"/>
              <a:t>Redimensionamento</a:t>
            </a:r>
            <a:r>
              <a:rPr lang="en-US" dirty="0"/>
              <a:t> de </a:t>
            </a:r>
            <a:r>
              <a:rPr lang="en-US" dirty="0" err="1"/>
              <a:t>placa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Inspeção</a:t>
            </a:r>
            <a:r>
              <a:rPr lang="en-US" dirty="0"/>
              <a:t> de </a:t>
            </a:r>
            <a:r>
              <a:rPr lang="en-US" dirty="0" err="1"/>
              <a:t>placa</a:t>
            </a:r>
            <a:r>
              <a:rPr lang="en-US" dirty="0"/>
              <a:t> -&gt; Procura do </a:t>
            </a:r>
            <a:r>
              <a:rPr lang="en-US" dirty="0" err="1"/>
              <a:t>BodyMasking</a:t>
            </a:r>
            <a:r>
              <a:rPr lang="en-US" dirty="0"/>
              <a:t> -&gt; </a:t>
            </a:r>
            <a:r>
              <a:rPr lang="en-US" dirty="0" err="1"/>
              <a:t>Semelhança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2676525"/>
            <a:ext cx="3947160" cy="3597470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D99B4B-8E45-016A-973B-C6FC74DCC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189" y="2401408"/>
            <a:ext cx="5832569" cy="414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BAA8B-C960-6BB2-3947-ABB02D58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3F86A-63F1-6CD1-8974-99B55928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 err="1"/>
              <a:t>Próximos</a:t>
            </a:r>
            <a:r>
              <a:rPr lang="en-US" dirty="0"/>
              <a:t> </a:t>
            </a:r>
            <a:r>
              <a:rPr lang="en-US" dirty="0" err="1"/>
              <a:t>passos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42C76A7-87B3-780F-8162-712DA30005E3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 bwMode="auto">
          <a:xfrm>
            <a:off x="594360" y="3545199"/>
            <a:ext cx="1020999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Definição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de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parâmetros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de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aceitabilidade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para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melhorar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Franklin Gothic Book (Body)"/>
              </a:rPr>
              <a:t> o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Franklin Gothic Book (Body)"/>
              </a:rPr>
              <a:t>pré-julgamento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Franklin Gothic Book (Body)"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Franklin Gothic Book (Body)"/>
              </a:rPr>
              <a:t>Deslocamento</a:t>
            </a:r>
            <a:endParaRPr lang="en-US" altLang="en-US" sz="1800" dirty="0">
              <a:latin typeface="Franklin Gothic Book (Body)"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Franklin Gothic Book (Body)"/>
              </a:rPr>
              <a:t>Orientação</a:t>
            </a:r>
            <a:endParaRPr lang="en-US" altLang="en-US" sz="1800" dirty="0">
              <a:latin typeface="Franklin Gothic Book (Body)"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Franklin Gothic Book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 err="1">
                <a:latin typeface="Franklin Gothic Book (Body)"/>
              </a:rPr>
              <a:t>Início</a:t>
            </a:r>
            <a:r>
              <a:rPr lang="en-US" altLang="en-US" sz="1800" b="1" dirty="0">
                <a:latin typeface="Franklin Gothic Book (Body)"/>
              </a:rPr>
              <a:t> do </a:t>
            </a:r>
            <a:r>
              <a:rPr lang="en-US" altLang="en-US" sz="1800" b="1" dirty="0" err="1">
                <a:latin typeface="Franklin Gothic Book (Body)"/>
              </a:rPr>
              <a:t>treinamento</a:t>
            </a:r>
            <a:r>
              <a:rPr lang="en-US" altLang="en-US" sz="1800" b="1" dirty="0">
                <a:latin typeface="Franklin Gothic Book (Body)"/>
              </a:rPr>
              <a:t> da IA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Franklin Gothic Book (Body)"/>
              </a:rPr>
              <a:t>PyTorch</a:t>
            </a:r>
            <a:endParaRPr lang="en-US" altLang="en-US" sz="1800" dirty="0">
              <a:latin typeface="Franklin Gothic Book (Body)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Franklin Gothic Book (Body)"/>
              </a:rPr>
              <a:t>Png</a:t>
            </a:r>
            <a:r>
              <a:rPr lang="en-US" altLang="en-US" sz="1800" dirty="0">
                <a:latin typeface="Franklin Gothic Book (Body)"/>
              </a:rPr>
              <a:t> </a:t>
            </a:r>
            <a:r>
              <a:rPr lang="en-US" altLang="en-US" sz="1800" dirty="0" err="1">
                <a:latin typeface="Franklin Gothic Book (Body)"/>
              </a:rPr>
              <a:t>em</a:t>
            </a:r>
            <a:r>
              <a:rPr lang="en-US" altLang="en-US" sz="1800" dirty="0">
                <a:latin typeface="Franklin Gothic Book (Body)"/>
              </a:rPr>
              <a:t> base64 para </a:t>
            </a:r>
            <a:r>
              <a:rPr lang="en-US" altLang="en-US" sz="1800" dirty="0" err="1">
                <a:latin typeface="Franklin Gothic Book (Body)"/>
              </a:rPr>
              <a:t>análise</a:t>
            </a:r>
            <a:r>
              <a:rPr lang="en-US" altLang="en-US" sz="1800" dirty="0">
                <a:latin typeface="Franklin Gothic Book (Body)"/>
              </a:rPr>
              <a:t> de </a:t>
            </a:r>
            <a:r>
              <a:rPr lang="en-US" altLang="en-US" sz="1800" dirty="0" err="1">
                <a:latin typeface="Franklin Gothic Book (Body)"/>
              </a:rPr>
              <a:t>imagem</a:t>
            </a:r>
            <a:endParaRPr lang="en-US" altLang="en-US" sz="1800" dirty="0">
              <a:latin typeface="Franklin Gothic Book (Body)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Franklin Gothic Book (Body)"/>
              </a:rPr>
              <a:t>Treinamento</a:t>
            </a:r>
            <a:r>
              <a:rPr lang="en-US" altLang="en-US" sz="1800" dirty="0">
                <a:latin typeface="Franklin Gothic Book (Body)"/>
              </a:rPr>
              <a:t> </a:t>
            </a:r>
            <a:r>
              <a:rPr lang="en-US" altLang="en-US" sz="1800" dirty="0" err="1">
                <a:latin typeface="Franklin Gothic Book (Body)"/>
              </a:rPr>
              <a:t>Supervisionado</a:t>
            </a:r>
            <a:endParaRPr lang="en-US" altLang="en-US" sz="1800" dirty="0"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latin typeface="Franklin Gothic Book (Body)"/>
            </a:endParaRPr>
          </a:p>
        </p:txBody>
      </p:sp>
    </p:spTree>
    <p:extLst>
      <p:ext uri="{BB962C8B-B14F-4D97-AF65-F5344CB8AC3E}">
        <p14:creationId xmlns:p14="http://schemas.microsoft.com/office/powerpoint/2010/main" val="3187155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 err="1"/>
              <a:t>Obrigado</a:t>
            </a:r>
            <a:r>
              <a:rPr lang="en-US" dirty="0"/>
              <a:t>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Ariel Leite</a:t>
            </a:r>
          </a:p>
          <a:p>
            <a:r>
              <a:rPr lang="en-US" dirty="0"/>
              <a:t>RA 02220134</a:t>
            </a:r>
          </a:p>
          <a:p>
            <a:r>
              <a:rPr lang="en-US" dirty="0" err="1"/>
              <a:t>Engenharia</a:t>
            </a:r>
            <a:r>
              <a:rPr lang="en-US" dirty="0"/>
              <a:t> da </a:t>
            </a:r>
            <a:r>
              <a:rPr lang="en-US" dirty="0" err="1"/>
              <a:t>Computação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D7DCF70094AE44B554EDFAA0200351" ma:contentTypeVersion="15" ma:contentTypeDescription="Create a new document." ma:contentTypeScope="" ma:versionID="18b6d8c8f196cdf0667bd77427373f10">
  <xsd:schema xmlns:xsd="http://www.w3.org/2001/XMLSchema" xmlns:xs="http://www.w3.org/2001/XMLSchema" xmlns:p="http://schemas.microsoft.com/office/2006/metadata/properties" xmlns:ns3="cd858e91-b5c2-4d9b-b14a-b11c59e72b10" xmlns:ns4="964a5da7-99e3-4b71-85b0-2dabc78c8461" targetNamespace="http://schemas.microsoft.com/office/2006/metadata/properties" ma:root="true" ma:fieldsID="1f1bd5c9066118106d5b6684518180c8" ns3:_="" ns4:_="">
    <xsd:import namespace="cd858e91-b5c2-4d9b-b14a-b11c59e72b10"/>
    <xsd:import namespace="964a5da7-99e3-4b71-85b0-2dabc78c846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858e91-b5c2-4d9b-b14a-b11c59e72b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4a5da7-99e3-4b71-85b0-2dabc78c846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d858e91-b5c2-4d9b-b14a-b11c59e72b1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90F95A-4407-4D2B-8696-62434C248A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858e91-b5c2-4d9b-b14a-b11c59e72b10"/>
    <ds:schemaRef ds:uri="964a5da7-99e3-4b71-85b0-2dabc78c84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964a5da7-99e3-4b71-85b0-2dabc78c8461"/>
    <ds:schemaRef ds:uri="cd858e91-b5c2-4d9b-b14a-b11c59e72b10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{E3BFC84B-4730-4EA1-8676-370204ADF693}TFd3b75063-ff25-434d-b12c-efeaf07d16c3292f62b5_win32-75a75c970d8e</Template>
  <TotalTime>497</TotalTime>
  <Words>176</Words>
  <Application>Microsoft Office PowerPoint</Application>
  <PresentationFormat>Widescreen</PresentationFormat>
  <Paragraphs>48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Franklin Gothic Book</vt:lpstr>
      <vt:lpstr>Franklin Gothic Book (Body)</vt:lpstr>
      <vt:lpstr>Franklin Gothic Demi</vt:lpstr>
      <vt:lpstr>Custom</vt:lpstr>
      <vt:lpstr>IAUTOSMD Inspeção Automatizada de Placas Eletrônicas SMD (Surface Mount Devices)</vt:lpstr>
      <vt:lpstr>Objetivos</vt:lpstr>
      <vt:lpstr>Resultados Parciais</vt:lpstr>
      <vt:lpstr>Próximos passos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Ariel Dos Santos</dc:creator>
  <cp:lastModifiedBy>Ariel Dos Santos</cp:lastModifiedBy>
  <cp:revision>12</cp:revision>
  <dcterms:created xsi:type="dcterms:W3CDTF">2025-09-12T02:54:44Z</dcterms:created>
  <dcterms:modified xsi:type="dcterms:W3CDTF">2025-10-03T23:34:12Z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0x010100E6D7DCF70094AE44B554EDFAA0200351</vt:lpwstr>
  </property>
</Properties>
</file>